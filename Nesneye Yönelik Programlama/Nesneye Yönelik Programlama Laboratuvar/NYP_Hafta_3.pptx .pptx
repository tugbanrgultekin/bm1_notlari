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Libre Franklin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jlqp7SC+Hq5Pfy6p+nXapMIbO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ibreFranklin-bold.fntdata"/><Relationship Id="rId14" Type="http://schemas.openxmlformats.org/officeDocument/2006/relationships/font" Target="fonts/LibreFranklin-regular.fntdata"/><Relationship Id="rId17" Type="http://schemas.openxmlformats.org/officeDocument/2006/relationships/font" Target="fonts/LibreFranklin-boldItalic.fntdata"/><Relationship Id="rId16" Type="http://schemas.openxmlformats.org/officeDocument/2006/relationships/font" Target="fonts/LibreFranklin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0318bded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0318bded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0318bded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0318bded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0318bdede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0318bded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0318bdede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0318bded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package btu;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import java.util.Scanner;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import java.util.Scanner;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public class HexToBinary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public static void main(String[] args)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Kullanıcıdan veri almak için Scanner nesnesi oluşturulur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Scanner input = new Scanner(System.in);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System.out.print("Bir Hex basamağı (0-9 veya A-F) giriniz: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Kullanıcının girdiği metni String olarak okuyoruz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String hexString = input.nextLine();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ADIM 1: length() metodu ile girişin uzunluğunu kontrol ediyoruz.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Hexadecimal basamaklar tek karakterli olmalıdır.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if (hexString.length() != 1)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System.out.println("HATA: Lütfen sadece tek bir basamak giriniz.");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return; // Programın çalışmasını burada sonlandırır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ADIM 2: charAt(0) ile metnin ilk karakterini alıyoruz.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Character.toUpperCase() ile küçük harf girilse bile büyük harfe çeviriyoruz.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char ch = Character.toUpperCase(hexString.charAt(0));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ADIM 3: Geçerlilik Denetimi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Karakterin A-F harfleri arasında mı yoksa 0-9 rakamları arasında mı olduğunu bakıyoruz.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if ((ch &gt;= 'A' &amp;&amp; ch &lt;= 'F') || (ch &gt;= '0' &amp;&amp; ch &lt;= '9'))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// Integer.parseInt() metodu String beklediği için char'ı String'e çeviriyoruz.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// 16 parametresi, Java'ya bu metnin 16'lık tabanda olduğunu söyler.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int decimalValue = Integer.parseInt(String.valueOf(ch), 16);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// Onluk tabandaki sayıyı (decimal), ikilik tabana (binary) çeviriyoruz.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String binaryValue = Integer.toBinaryString(decimalValue);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// Sonuçları ekrana yazdırıyoruz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System.out.println("Girdi: " + ch);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System.out.println("Binary Karşılığı: " + binaryValue);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} else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// Eğer karakter A-F veya 0-9 dışında bir şeyse (Örn: 'G' veya '*') hata verir.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System.out.println("HATA: '" + ch + "' geçersiz bir hexadecimal karakterdir.");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0318bdede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0318bded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0318bdede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0318bde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package btu;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import java.util.Scanner;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import java.util.Scanner;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import java.util.Scanner;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public class TCKimlikKontrol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public static void main(String[] args)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Kullanıcıdan giriş almak için Scanner nesnesi başlatılır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Scanner input = new Scanner(System.in);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System.out.print("TC Kimlik Numarasını giriniz: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Giriş metin (String) olarak alınır çünkü üzerinde karakter kontrolü yapacağız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String tc = input.nextLine();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ADIM 1: length() metodu ile toplam hane sayısını kontrol ediyoruz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if (tc.length() != 11)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System.out.println("Hata: TC Kimlik numarası tam 11 hane olmalıdır.");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return; // Kural dışı giriş olduğu için programı burada sonlandırıyoruz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ADIM 2: charAt(0) metodu ile ilk karakterin '0' olup olmadığına bakıyoruz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if (tc.charAt(0) == '0')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System.out.println("Geçersiz: TC Kimlik numarası '0' ile başlayamaz.");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return;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Matematiksel hesaplamaları kolaylaştırmak için rakamları bir int dizisine aktarıyoruz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int[] n = new int[11];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for (int i = 0; i &lt; 11; i++)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// Character.isDigit() ile her karakterin bir rakam olup olmadığını denetliyoruz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if (!Character.isDigit(tc.charAt(i)))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    System.out.println("Geçersiz: TC Kimlik numarası sadece rakamlardan oluşmalıdır.");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    return;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// ASCII Karşılığı Farkı: Karakter olan '5'ten '0' çıkarılırsa sayı olan 5 elde edilir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n[i] = tc.charAt(i) - '0';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ADIM 3: Matematiksel Kalıp (Algoritma) Kontrolü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1, 3, 5, 7 ve 9. hanelerin toplamı (İndeksler: 0, 2, 4, 6, 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int tekler = n[0] + n[2] + n[4] + n[6] + n[8];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2, 4, 6 ve 8. hanelerin toplamı (İndeksler: 1, 3, 5, 7)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int ciftler = n[1] + n[3] + n[5] + n[7];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10. hane kuralı: (Tekler * 7 - Çiftler) mod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int hane10 = (tekler * 7 - ciftler) % 10;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Mod işlemi bazen negatif sonuç verebilir, bunu pozitife çekmek için: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if (hane10 &lt; 0) hane10 += 10;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11. hane kuralı: İlk 10 hanenin toplamının mod 10'u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int toplam10 =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for (int i = 0; i &lt; 10; i++)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toplam10 += n[i];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int hane11 = toplam10 % 10;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// FİNAL KONTROLÜ: Hesaplanan değerler, girilen numaranın son iki hanesiyle eşleşiyor mu?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if (n[9] == hane10 &amp;&amp; n[10] == hane11)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System.out.println("Sonuç: " + tc + " GEÇERLİ bir TC Kimlik numarasıdır.");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} else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    System.out.println("Sonuç: TC Kimlik numarası algoritma kurallarına uymuyor (GEÇERSİZ).");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0318bdede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0318bded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showMasterSp="0" type="title">
  <p:cSld name="TITLE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9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grpSp>
        <p:nvGrpSpPr>
          <p:cNvPr id="18" name="Google Shape;18;p19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9" name="Google Shape;19;p19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19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 Bilgisi" showMasterSp="0" type="secHead">
  <p:cSld name="SECTION_HEADER">
    <p:bg>
      <p:bgPr>
        <a:solidFill>
          <a:schemeClr val="dk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33" name="Google Shape;33;p21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3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showMasterSp="0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6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26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67" name="Google Shape;67;p26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7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/>
          <p:nvPr>
            <p:ph idx="2" type="pic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7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76" name="Google Shape;76;p27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Dikey Metin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9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9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11" name="Google Shape;11;p1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lang="tr-TR"/>
              <a:t>NESNEYE DAYALI PROGRAMLAMA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</a:pPr>
            <a:r>
              <a:rPr lang="tr-TR"/>
              <a:t>HAFTA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0318bdede_0_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3400">
                <a:latin typeface="Times New Roman"/>
                <a:ea typeface="Times New Roman"/>
                <a:cs typeface="Times New Roman"/>
                <a:sym typeface="Times New Roman"/>
              </a:rPr>
              <a:t>Java'da String ve Karakter İşlemleri</a:t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g3d0318bdede_0_8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 bölümde, metinsel verileri (String) nasıl işleyeceğimizi, karakter bazlı kontrolleri nasıl yapacağımızı ve sayı sistemleri arasındaki dönüşümlerde bu metotlardan nasıl yararlanacağımızı göreceğiz.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Kullanacağımız Temel Metotlar: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length()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String'in kaç karakterden oluştuğunu döndürür.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charAt(index)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Belirli bir sıradaki karakteri verir (Unutmayın, sayma 0'dan başlar).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toUpperCase() / toLowerCase()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Harfleri büyük veya küçüğe çevirir.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Character.isDigit(char)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Karakterin bir rakam olup olmadığını kontrol eder.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0318bdede_0_3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tr-T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0318bdede_0_32"/>
          <p:cNvSpPr txBox="1"/>
          <p:nvPr>
            <p:ph idx="1" type="body"/>
          </p:nvPr>
        </p:nvSpPr>
        <p:spPr>
          <a:xfrm>
            <a:off x="1371600" y="1887175"/>
            <a:ext cx="9601200" cy="42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Kullanıcıdan alınan tek bir Hexadecimal basamağın (0-9 veya A-F), karşılık gelen 4 bitlik Binary değerini ekrana yazdıran bir Java programı tasarlayınız.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Kullanılacak Metotlar: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Programınızı oluştururken Java'nın şu temel yapı taşlarından faydalanacağız: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length()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Kullanıcının sadece tek bir karakter girdiğinden emin olmak için.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toUpperCase()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Küçük harf (a, b...) girişlerini büyük harfe (A, B...) sabitleyerek hata payını sıfıra indirmek için.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Integer.parseInt(s, 16)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Metinsel (String) bir değeri 16'lık sayı tabanında tam sayıya dönüştürmek için.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Integer.toBinaryString()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Sayıyı 0 ve 1'lerden oluşan ikilik sisteme dökmek için.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0318bdede_0_4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-T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1</a:t>
            </a:r>
            <a:endParaRPr/>
          </a:p>
        </p:txBody>
      </p:sp>
      <p:sp>
        <p:nvSpPr>
          <p:cNvPr id="112" name="Google Shape;112;g3d0318bdede_0_47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Algoritma Kuralları: 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Programın doğru çalışması için şu 3 temel aşamayı geçmesi gerekir: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Girdi Kontrolü: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Girilen metnin uzunluğu tam olarak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olmalıdır. Aksi halde kullanıcı uyarılmalıdır.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Karakter Denetimi: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Girilen karakter sadece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0-9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arası bir rakam veya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A-F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arası bir harf olabilir.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Dönüşüm Süreci: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Karakter önce 10'luk sisteme (Decimal) çekilmeli, ardından 2'lik sisteme (Binary) aktarılmalıdır.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Çıktı Beklentisi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Giriş: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Çıktı: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"Binary Değeri: 1011"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Giriş: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Çıktı: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"Binary Değeri: 0101"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Giriş: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Çıktı: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"HATA: Geçersiz bir hexadecimal karakter girdiniz!"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0318bdede_0_3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d0318bdede_0_37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g3d0318bdede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4000" y="294950"/>
            <a:ext cx="7364676" cy="647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tr-T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2</a:t>
            </a:r>
            <a:endParaRPr/>
          </a:p>
        </p:txBody>
      </p:sp>
      <p:sp>
        <p:nvSpPr>
          <p:cNvPr id="125" name="Google Shape;125;p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Kullanıcıdan alınan 11 haneli bir T.C. Kimlik numarasının, aşağıda belirtilen matematiksel kurallara uygunluğunu denetleyen bir Java programı yazınız.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Programınızı yazarken aşağıdaki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sınıfı metotlarını kullanmanız gerekmektedir: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length()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Girişin tam olarak 11 karakter olup olmadığını kontrol etmek için.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charAt(index)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Belirli bir sıradaki rakama erişip matematiksel işleme dahil etmek için.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Character.isDigit(char)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Kullanıcının girdiği karakterin bir rakam (0-9) olup olmadığını doğrulamak için.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 veya % operatörü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Mod alma işlemleri için.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0318bdede_0_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tr-T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2</a:t>
            </a:r>
            <a:endParaRPr/>
          </a:p>
        </p:txBody>
      </p:sp>
      <p:sp>
        <p:nvSpPr>
          <p:cNvPr id="131" name="Google Shape;131;g3d0318bdede_0_3"/>
          <p:cNvSpPr txBox="1"/>
          <p:nvPr>
            <p:ph idx="1" type="body"/>
          </p:nvPr>
        </p:nvSpPr>
        <p:spPr>
          <a:xfrm>
            <a:off x="1371600" y="1853100"/>
            <a:ext cx="9601200" cy="442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Algoritma Kuralları: 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Girilen numaranın geçerli sayılabilmesi için şu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temel kuralı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sağlaması gerekir: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Sıfır Kuralı: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TC Kimlik numarasının ilk hanesi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olamaz.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Hane Algoritması: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1, 3, 5, 7 ve 9. hanelerin toplamının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katından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i="0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4, 6 ve 8. hanelerin toplamı </a:t>
            </a:r>
            <a:r>
              <a:rPr b="1" i="0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çıkarılır</a:t>
            </a:r>
            <a:r>
              <a:rPr i="0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i="0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Elde edilen sonucun </a:t>
            </a:r>
            <a:r>
              <a:rPr b="1" i="0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10'a bölümünden kalan (mod 10)</a:t>
            </a:r>
            <a:r>
              <a:rPr i="0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bize </a:t>
            </a:r>
            <a:r>
              <a:rPr b="1" i="0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haneyi</a:t>
            </a:r>
            <a:r>
              <a:rPr i="0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vermelidir.</a:t>
            </a:r>
            <a:endParaRPr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Hane Algoritması: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 İlk 10 hanenin (1'den 10'a kadar olan tüm rakamlar) toplamının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10'a bölümünden kalan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bize </a:t>
            </a: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haneyi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vermelidir.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Çıktı Beklentisi: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i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Giriş: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12345678901 </a:t>
            </a:r>
            <a:r>
              <a:rPr i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Çıktı: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"Geçersiz Algoritma"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i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Giriş: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10000000146 </a:t>
            </a:r>
            <a:r>
              <a:rPr i="1"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Çıktı:</a:t>
            </a: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"Geçerli TC Kimlik Numarası"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0318bdede_0_1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0318bdede_0_1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g3d0318bdede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3125" y="557750"/>
            <a:ext cx="8212750" cy="56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318bdede_0_6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0318bdede_0_61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g3d0318bdede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175" y="1105950"/>
            <a:ext cx="9008349" cy="50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ırpma">
  <a:themeElements>
    <a:clrScheme name="Kırpma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2026-03-01T13:49:57Z</dcterms:created>
  <dc:creator>zeynep barut</dc:creator>
</cp:coreProperties>
</file>