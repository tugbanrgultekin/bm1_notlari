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Merriweath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Merriweather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1a7d7ba63_0_1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1a7d7ba63_0_1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341e6307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341e6307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341e6307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341e6307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package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btu_lab;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class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RegularPolygon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private data fields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3;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side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1;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x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0;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y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0;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no-arg constructor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RegularPolygon()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constructor (n, side)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RegularPolygon(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side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side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side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constructor (n, side, x, y)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RegularPolygon(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side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x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y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side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side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x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x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y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y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setN(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getN()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setSide(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side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side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side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getSide()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side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setX(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x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x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x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getX()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x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setY(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y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y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y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getY()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y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perimeter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getPerimeter()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*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side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area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getArea()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*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side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*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side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/ (4 * Math.</a:t>
            </a:r>
            <a:r>
              <a:rPr i="1" lang="tr" sz="1000">
                <a:solidFill>
                  <a:schemeClr val="dk1"/>
                </a:solidFill>
                <a:highlight>
                  <a:srgbClr val="FFFFFF"/>
                </a:highlight>
              </a:rPr>
              <a:t>tan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(Math.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PI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/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-----------------------------------------------------------------------------------------------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package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btu_lab;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class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Test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static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main(String[]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args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1.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nesne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(default)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chemeClr val="dk1"/>
                </a:solidFill>
                <a:highlight>
                  <a:srgbClr val="D4D4D4"/>
                </a:highlight>
              </a:rPr>
              <a:t>RegularPolygon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p1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chemeClr val="dk1"/>
                </a:solidFill>
                <a:highlight>
                  <a:srgbClr val="D4D4D4"/>
                </a:highlight>
              </a:rPr>
              <a:t>RegularPolygon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2.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nesne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chemeClr val="dk1"/>
                </a:solidFill>
                <a:highlight>
                  <a:srgbClr val="D4D4D4"/>
                </a:highlight>
              </a:rPr>
              <a:t>RegularPolygon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p2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chemeClr val="dk1"/>
                </a:solidFill>
                <a:highlight>
                  <a:srgbClr val="D4D4D4"/>
                </a:highlight>
              </a:rPr>
              <a:t>RegularPolygon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(6, 4);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3.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nesne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chemeClr val="dk1"/>
                </a:solidFill>
                <a:highlight>
                  <a:srgbClr val="D4D4D4"/>
                </a:highlight>
              </a:rPr>
              <a:t>RegularPolygon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p3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chemeClr val="dk1"/>
                </a:solidFill>
                <a:highlight>
                  <a:srgbClr val="D4D4D4"/>
                </a:highlight>
              </a:rPr>
              <a:t>RegularPolygon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(10, 4, 5.6, 7.8);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sonuçları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yazdır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System.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.println(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"P1 -&gt; Perimeter: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p1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.getPerimeter() +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 Area: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p1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.getArea());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System.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.println(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"P2 -&gt; Perimeter: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p2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.getPerimeter() +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 Area: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p2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.getArea());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System.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.println(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"P3 -&gt; Perimeter: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p3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.getPerimeter() +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 Area: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p3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.getArea());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341e6307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341e6307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341e6307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341e6307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41e6307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341e6307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package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btu;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class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LinearEquation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private data fields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a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b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constructor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LinearEquation(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a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a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a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b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getters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getA() {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a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getB() {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b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getC() {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getD() {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getE() {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getF() {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solvable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mı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?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D4D4D4"/>
                </a:highlight>
              </a:rPr>
              <a:t>boolean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isSolvable()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    </a:t>
            </a:r>
            <a:r>
              <a:rPr b="1" lang="tr" sz="1000">
                <a:solidFill>
                  <a:srgbClr val="7F0055"/>
                </a:solidFill>
                <a:highlight>
                  <a:srgbClr val="D4D4D4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D4D4D4"/>
                </a:highlight>
              </a:rPr>
              <a:t> (</a:t>
            </a:r>
            <a:r>
              <a:rPr lang="tr" sz="1000">
                <a:solidFill>
                  <a:srgbClr val="0000C0"/>
                </a:solidFill>
                <a:highlight>
                  <a:srgbClr val="D4D4D4"/>
                </a:highlight>
              </a:rPr>
              <a:t>a</a:t>
            </a:r>
            <a:r>
              <a:rPr lang="tr" sz="1000">
                <a:solidFill>
                  <a:schemeClr val="dk1"/>
                </a:solidFill>
                <a:highlight>
                  <a:srgbClr val="D4D4D4"/>
                </a:highlight>
              </a:rPr>
              <a:t> * </a:t>
            </a:r>
            <a:r>
              <a:rPr lang="tr" sz="1000">
                <a:solidFill>
                  <a:srgbClr val="0000C0"/>
                </a:solidFill>
                <a:highlight>
                  <a:srgbClr val="D4D4D4"/>
                </a:highlight>
              </a:rPr>
              <a:t>d</a:t>
            </a:r>
            <a:r>
              <a:rPr lang="tr" sz="1000">
                <a:solidFill>
                  <a:schemeClr val="dk1"/>
                </a:solidFill>
                <a:highlight>
                  <a:srgbClr val="D4D4D4"/>
                </a:highlight>
              </a:rPr>
              <a:t> - </a:t>
            </a:r>
            <a:r>
              <a:rPr lang="tr" sz="1000">
                <a:solidFill>
                  <a:srgbClr val="0000C0"/>
                </a:solidFill>
                <a:highlight>
                  <a:srgbClr val="D4D4D4"/>
                </a:highlight>
              </a:rPr>
              <a:t>b</a:t>
            </a:r>
            <a:r>
              <a:rPr lang="tr" sz="1000">
                <a:solidFill>
                  <a:schemeClr val="dk1"/>
                </a:solidFill>
                <a:highlight>
                  <a:srgbClr val="D4D4D4"/>
                </a:highlight>
              </a:rPr>
              <a:t> * </a:t>
            </a:r>
            <a:r>
              <a:rPr lang="tr" sz="1000">
                <a:solidFill>
                  <a:srgbClr val="0000C0"/>
                </a:solidFill>
                <a:highlight>
                  <a:srgbClr val="D4D4D4"/>
                </a:highlight>
              </a:rPr>
              <a:t>c</a:t>
            </a:r>
            <a:r>
              <a:rPr lang="tr" sz="1000">
                <a:solidFill>
                  <a:schemeClr val="dk1"/>
                </a:solidFill>
                <a:highlight>
                  <a:srgbClr val="D4D4D4"/>
                </a:highlight>
              </a:rPr>
              <a:t>) != 0;</a:t>
            </a:r>
            <a:endParaRPr sz="1000">
              <a:solidFill>
                <a:schemeClr val="dk1"/>
              </a:solidFill>
              <a:highlight>
                <a:srgbClr val="D4D4D4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x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değeri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getX()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*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-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b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*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/ 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a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*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-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b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*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y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değeri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getY()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a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*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-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*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/ 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a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*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-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b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*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package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btu;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import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java.util.Scanner;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class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Test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static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main(String[]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args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Scanner </a:t>
            </a:r>
            <a:r>
              <a:rPr lang="tr" sz="1000" u="sng">
                <a:solidFill>
                  <a:srgbClr val="6A3E3E"/>
                </a:solidFill>
                <a:highlight>
                  <a:srgbClr val="FFFFFF"/>
                </a:highlight>
              </a:rPr>
              <a:t>input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Scanner(System.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in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System.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.print(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"a, b, c, d, e, f değerlerini girin: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a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input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.nextDouble();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input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.nextDouble();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input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.nextDouble();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input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 u="sng">
                <a:solidFill>
                  <a:srgbClr val="0066CC"/>
                </a:solidFill>
                <a:highlight>
                  <a:srgbClr val="FFFFFF"/>
                </a:highlight>
              </a:rPr>
              <a:t>nextDouble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input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.nextDouble();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input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.nextDouble();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LinearEquation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eq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LinearEquation(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a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b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eq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.isSolvable())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    System.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.println(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"x =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eq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.getX());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    System.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.println(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"y =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eq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.getY());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}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else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    System.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.println(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"The equation has no solution."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Nesneye Yönelik Programlama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Hafta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" sz="3000"/>
              <a:t>Örnek 1</a:t>
            </a:r>
            <a:endParaRPr sz="3000"/>
          </a:p>
        </p:txBody>
      </p:sp>
      <p:sp>
        <p:nvSpPr>
          <p:cNvPr id="70" name="Google Shape;70;p14"/>
          <p:cNvSpPr txBox="1"/>
          <p:nvPr/>
        </p:nvSpPr>
        <p:spPr>
          <a:xfrm>
            <a:off x="279750" y="1438525"/>
            <a:ext cx="8584500" cy="3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200" u="sng">
                <a:latin typeface="Times New Roman"/>
                <a:ea typeface="Times New Roman"/>
                <a:cs typeface="Times New Roman"/>
                <a:sym typeface="Times New Roman"/>
              </a:rPr>
              <a:t>Düzenli Çokgen (Regular Polygon)</a:t>
            </a:r>
            <a:r>
              <a:rPr b="1" lang="tr" sz="1200" u="sng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n kenarlı bir düzgün çokgende (regular polygon), tüm kenarlar eşit uzunluktadır ve tüm açılar eşittir (yani çokgen hem eşkenar hem de eşaçılıdır). Aşağıdaki özelliklere sahip </a:t>
            </a: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RegularPolygon 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adında bir sınıf tasarlayınız.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 Veri Alanları (Private):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adında bir </a:t>
            </a: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değişken → çokgenin kenar sayısını tutar (varsayılan değer: 3)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side 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adında bir </a:t>
            </a: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double 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değişken → kenar uzunluğunu tutar (varsayılan değer: 1)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adında bir </a:t>
            </a: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double 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değişken → çokgenin merkezinin x koordinatı (varsayılan değer: 0)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adında bir </a:t>
            </a: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double 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değişken → çokgenin merkezinin y koordinatı (varsayılan değer: 0)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Constructor’lar: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Parametresiz (no-arg) constructor → varsayılan değerlerle nesne oluşturur.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(n, side)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 parametreli constructor → merkez (0,0) olacak şekilde nesne oluşturur.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(n, side, x, y)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 parametreli constructor → tüm değerleri verilen nesne oluşturur.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" sz="3000"/>
              <a:t>Örnek 1</a:t>
            </a:r>
            <a:endParaRPr sz="3000"/>
          </a:p>
        </p:txBody>
      </p:sp>
      <p:sp>
        <p:nvSpPr>
          <p:cNvPr id="76" name="Google Shape;76;p15"/>
          <p:cNvSpPr txBox="1"/>
          <p:nvPr/>
        </p:nvSpPr>
        <p:spPr>
          <a:xfrm>
            <a:off x="92425" y="1472625"/>
            <a:ext cx="8859600" cy="3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Metotlar: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Tüm veri alanları için </a:t>
            </a: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getter (accessor)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 ve </a:t>
            </a: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setter (mutator)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 metotları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getPerimeter()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 → çokgenin çevresini hesaplayıp döndürür.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getArea() 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→ çokgenin alanını hesaplayıp döndürür.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Alan hesaplama formülü: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 İstenenler: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RegularPolygon 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sınıfını gerçekleyiniz (implement ediniz).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Aşağıdaki şekilde üç adet </a:t>
            </a: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RegularPolygon 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nesnesi oluşturan bir test programı yazınız: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Parametresiz constructor ile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RegularPolygon(6, 4)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 kullanarak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RegularPolygon(10, 4, 5.6, 7.8) 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kullanarak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Her bir nesne için çevre ve alan değerlerini ekrana yazdırınız.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0473" y="2571750"/>
            <a:ext cx="1772221" cy="6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952" y="1521525"/>
            <a:ext cx="3606500" cy="31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0275" y="1333000"/>
            <a:ext cx="2714132" cy="371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" sz="3000"/>
              <a:t>Örnek 2</a:t>
            </a:r>
            <a:endParaRPr sz="3000"/>
          </a:p>
        </p:txBody>
      </p:sp>
      <p:sp>
        <p:nvSpPr>
          <p:cNvPr id="90" name="Google Shape;90;p17"/>
          <p:cNvSpPr txBox="1"/>
          <p:nvPr/>
        </p:nvSpPr>
        <p:spPr>
          <a:xfrm>
            <a:off x="279750" y="1438525"/>
            <a:ext cx="8584500" cy="26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400"/>
              <a:buChar char="●"/>
            </a:pPr>
            <a:r>
              <a:rPr b="1" lang="tr" u="sng">
                <a:latin typeface="Times New Roman"/>
                <a:ea typeface="Times New Roman"/>
                <a:cs typeface="Times New Roman"/>
                <a:sym typeface="Times New Roman"/>
              </a:rPr>
              <a:t>(Cebir: 2 × 2 Lineer Denklemler): </a:t>
            </a: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Aşağıdaki 2×2 lineer denklem sistemini temsil eden LinearEquation adında bir sınıf tasarlayınız: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Bu sistemin çözümü: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450" y="2038775"/>
            <a:ext cx="1559950" cy="81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050" y="3341450"/>
            <a:ext cx="3514525" cy="8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311725" y="1369800"/>
            <a:ext cx="8228700" cy="3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 Sınıfın İçermesi Gerekenler: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a, b, c, d, e, f adında </a:t>
            </a: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private veri alanları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Bu değişkenleri parametre olarak alan bir constructor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a, b, c, d, e, f için getter metotları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isSolvable() → ad - bc ≠ 0 ise true döndürür.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getX() ve getY() → çözümü döndürür.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İstenenler: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Sınıfı implemente ediniz.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Kullanıcıdan a, b, c, d, e, f değerlerini alan bir test programı yazınız.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Eğer ad - bc = 0 ise: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"The equation has no solution."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 yazdırınız.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Aksi halde x ve y değerlerini yazdırınız.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25" y="1338900"/>
            <a:ext cx="4024616" cy="371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5466" y="1453775"/>
            <a:ext cx="4114259" cy="3356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