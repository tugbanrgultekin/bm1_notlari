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erriweath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erriweather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1a7d7ba63_0_1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1a7d7ba63_0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</a:rPr>
              <a:t>ArrayList, Java'da en sık kullanılan veri yapılarından biridir ve temel olarak </a:t>
            </a:r>
            <a:r>
              <a:rPr b="1" lang="tr" sz="1000">
                <a:solidFill>
                  <a:schemeClr val="dk1"/>
                </a:solidFill>
              </a:rPr>
              <a:t>boyutu dinamik olarak değişebilen bir dizi</a:t>
            </a:r>
            <a:r>
              <a:rPr lang="tr" sz="1000">
                <a:solidFill>
                  <a:schemeClr val="dk1"/>
                </a:solidFill>
              </a:rPr>
              <a:t> (array) gibi davranır. Klasik dizilerin aksine, kapasitesi dolduğunda otomatik olarak genişler.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tr" sz="1000">
                <a:solidFill>
                  <a:schemeClr val="dk1"/>
                </a:solidFill>
              </a:rPr>
              <a:t>Dinamik Yapı:</a:t>
            </a:r>
            <a:r>
              <a:rPr lang="tr" sz="1000">
                <a:solidFill>
                  <a:schemeClr val="dk1"/>
                </a:solidFill>
              </a:rPr>
              <a:t> Diziler gibi sabit boyutlu değildir; eleman ekledikçe büyür, sildikçe küçülür.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tr" sz="1000">
                <a:solidFill>
                  <a:schemeClr val="dk1"/>
                </a:solidFill>
              </a:rPr>
              <a:t>Nesne Odaklı:</a:t>
            </a:r>
            <a:r>
              <a:rPr lang="tr" sz="1000">
                <a:solidFill>
                  <a:schemeClr val="dk1"/>
                </a:solidFill>
              </a:rPr>
              <a:t> Sadece nesneleri depolar (Örn: Kitap nesneleri).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tr" sz="1000">
                <a:solidFill>
                  <a:schemeClr val="dk1"/>
                </a:solidFill>
              </a:rPr>
              <a:t>Sıralı Saklama:</a:t>
            </a:r>
            <a:r>
              <a:rPr lang="tr" sz="1000">
                <a:solidFill>
                  <a:schemeClr val="dk1"/>
                </a:solidFill>
              </a:rPr>
              <a:t> Elemanları ekleme sırasına göre tutar ve her elemana bir </a:t>
            </a:r>
            <a:r>
              <a:rPr b="1" lang="tr" sz="1000">
                <a:solidFill>
                  <a:schemeClr val="dk1"/>
                </a:solidFill>
              </a:rPr>
              <a:t>index</a:t>
            </a:r>
            <a:r>
              <a:rPr lang="tr" sz="1000">
                <a:solidFill>
                  <a:schemeClr val="dk1"/>
                </a:solidFill>
              </a:rPr>
              <a:t> (sıra numarası) ile erişilebilir.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000"/>
              <a:t>For each veya for döngüsü ile kullanılabilir.</a:t>
            </a:r>
            <a:endParaRPr sz="1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596924ec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596924ec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package hafta7;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class Kitap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private String isim;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private String isbn;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private boolean oduncteMi;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public Kitap(String isim, String isbn)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this.isim = isim;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this.isbn = isbn;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this.oduncteMi = false; // Başlangıçta kitap kütüphanededir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// Getter ve Setter metotları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public String getIsbn() { return isbn;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public String getIsim() { return isim;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public void setOduncteMi(boolean durum) { this.oduncteMi = durum;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@Override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public String toString()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return "Kitap: " + isim + " (ISBN: " + isbn + ") - Durum: " + (oduncteMi ? "Ödünçte" : "Rafta");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596924ec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596924ec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package hafta7;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import java.util.ArrayList;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public class KutuphaneSistemi {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public static void main(String[] args) {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ArrayList&lt;Kitap&gt; arsiv = new ArrayList&lt;&gt;();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// 1. Kitap Ekleme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arsiv.add(new Kitap("Java Programlama", "111-222"));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arsiv.add(new Kitap("Veri Yapıları", "333-444"));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arsiv.add(new Kitap("Algoritmalar", "555-666"));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// 2. ISBN ile Arama ve Güncelleme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String arananIsbn = "333-444";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for (Kitap k : arsiv) {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    if (k.getIsbn().equals(arananIsbn)) {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        System.out.println("Kitap bulundu, ödünç veriliyor...");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        k.setOduncteMi(true); // Nesne içindeki veri güncellendi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    }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}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// 3. Belirli bir kritere göre silme (Örn: İsmi "Algoritmalar" olanı sil)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// Listeden silme yaparken klasik for döngüsü ve index kullanımı daha güvenlidir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for (int i = 0; i &lt; arsiv.size(); i++) {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    if (arsiv.get(i).getIsim().equals("Algoritmalar")) {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        arsiv.remove(i);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        System.out.println("Algoritmalar kitabı arşivden çıkarıldı.");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    }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}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// 4. Güncel Arşivi Listeleme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System.out.println("\n--- Güncel Kütüphane Listesi ---");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for (Kitap k : arsiv) {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    System.out.println(k);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    }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    }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}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596924ec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596924ec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596924ec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596924ec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596924ec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596924ec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Nesneye Yönelik Programlama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Hafta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Örnek 1</a:t>
            </a:r>
            <a:endParaRPr sz="3000"/>
          </a:p>
        </p:txBody>
      </p:sp>
      <p:sp>
        <p:nvSpPr>
          <p:cNvPr id="70" name="Google Shape;70;p14"/>
          <p:cNvSpPr txBox="1"/>
          <p:nvPr/>
        </p:nvSpPr>
        <p:spPr>
          <a:xfrm>
            <a:off x="279750" y="1438525"/>
            <a:ext cx="8584500" cy="27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300"/>
              <a:t>Akıllı Kütüphane Arşiv Yönetimi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/>
              <a:t>Senaryo:</a:t>
            </a:r>
            <a:r>
              <a:rPr lang="tr" sz="1100"/>
              <a:t> Bir kütüphane, koleksiyonundaki kitapları dijital ortamda yönetmek istemektedir. Kitapların sadece isimleri değil; ISBN numarası ve ödünç verilme durumları da takip edilmelidir.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/>
              <a:t>Sistemden beklenen gereksinimler: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Kitap Kaydı:</a:t>
            </a:r>
            <a:r>
              <a:rPr lang="tr" sz="1100"/>
              <a:t> Yeni gelen kitaplar sisteme (listeye) eklenebilmelidir.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ISBN ile Arama:</a:t>
            </a:r>
            <a:r>
              <a:rPr lang="tr" sz="1100"/>
              <a:t> Kullanıcı bir ISBN numarası girdiğinde, o kitabın tüm bilgileri ekrana yazdırılmalıdır.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Durum Güncelleme:</a:t>
            </a:r>
            <a:r>
              <a:rPr lang="tr" sz="1100"/>
              <a:t> Bir kitap ödünç verildiğinde listedeki ilgili nesnenin "ödünçte" durumu güncellenmelidir.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Eski Kayıtları Temizleme:</a:t>
            </a:r>
            <a:r>
              <a:rPr lang="tr" sz="1100"/>
              <a:t> Sayfa sayısı belirli bir değerin altında olan veya çok eski tarihli kitaplar toplu halde listeden silinebilmelidir.</a:t>
            </a: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Örnek 1</a:t>
            </a:r>
            <a:endParaRPr sz="3000"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3650"/>
            <a:ext cx="7374774" cy="357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050" y="0"/>
            <a:ext cx="59414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Örnek 2</a:t>
            </a:r>
            <a:endParaRPr sz="3000"/>
          </a:p>
        </p:txBody>
      </p:sp>
      <p:sp>
        <p:nvSpPr>
          <p:cNvPr id="87" name="Google Shape;87;p17"/>
          <p:cNvSpPr txBox="1"/>
          <p:nvPr/>
        </p:nvSpPr>
        <p:spPr>
          <a:xfrm>
            <a:off x="279750" y="1438525"/>
            <a:ext cx="8584500" cy="29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300"/>
              <a:t>Dijital Varlık (Kripto/Hisse) Portföy Yönetimi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/>
              <a:t>Senaryo:</a:t>
            </a:r>
            <a:r>
              <a:rPr lang="tr" sz="1100"/>
              <a:t> Bir yatırımcı, sahip olduğu farklı dijital varlıkları (coin veya hisse) tek bir uygulamadan takip etmek istiyor. Bu senaryo, projedeki "banka hesabı ve bakiye" mantığıyla doğrudan paralellik gösterir.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/>
              <a:t>Sistemden beklenen gereksinimler: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Varlık Ekleme:</a:t>
            </a:r>
            <a:r>
              <a:rPr lang="tr" sz="1100"/>
              <a:t> Yatırımcı portföyüne yeni bir varlık (isim, miktar, birim fiyat) ekleyebilmelidir.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Portföy Değeri Hesaplama:</a:t>
            </a:r>
            <a:r>
              <a:rPr lang="tr" sz="1100"/>
              <a:t> Tüm varlıkların (miktar * birim fiyat) toplam değeri hesaplanıp ekrana basılmalıdır.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Fiyat Güncelleme:</a:t>
            </a:r>
            <a:r>
              <a:rPr lang="tr" sz="1100"/>
              <a:t> Piyasa değiştikçe listedeki varlığın birim fiyatı güncellenebilmelidir.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Varlık Silme (Sıfırlama):</a:t>
            </a:r>
            <a:r>
              <a:rPr lang="tr" sz="1100"/>
              <a:t> Eğer bir varlığın miktarı 0 veya altına düşerse, o varlık portföyden (listeden) tamamen kaldırılmalıdır.</a:t>
            </a: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675" y="183138"/>
            <a:ext cx="8014500" cy="47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251" y="0"/>
            <a:ext cx="691396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